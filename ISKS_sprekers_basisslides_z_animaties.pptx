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2" r:id="rId3"/>
    <p:sldId id="263" r:id="rId4"/>
    <p:sldId id="265" r:id="rId5"/>
    <p:sldId id="264" r:id="rId6"/>
    <p:sldId id="261" r:id="rId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49561-CD23-4A5E-838F-590B17B0C5CC}" type="datetimeFigureOut">
              <a:rPr lang="en-NL" smtClean="0"/>
              <a:t>31/07/2026</a:t>
            </a:fld>
            <a:endParaRPr lang="en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0FA7B-5FB2-4429-9CCE-F4D4CCEF313A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03321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Titel</a:t>
            </a:r>
          </a:p>
          <a:p>
            <a:r>
              <a:rPr lang="nl-NL" dirty="0"/>
              <a:t>Ondertitel</a:t>
            </a:r>
          </a:p>
          <a:p>
            <a:r>
              <a:rPr lang="nl-NL" dirty="0"/>
              <a:t>Foto van de spreker(s) + namen</a:t>
            </a:r>
            <a:endParaRPr lang="en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DA888-2670-4BC1-8104-07C244771D89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1135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Hier kun je in de vakjes iconen toevoegen via pictogrammen. Standaard komen ze er in het zwart in te staan: zet ze nog even om naar wit of dezelfde oranje kleur als het driehoekje voor de titel. </a:t>
            </a:r>
            <a:endParaRPr lang="en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4DA888-2670-4BC1-8104-07C244771D89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97110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ilt to Last 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F6249BE5-ADFF-7955-67EC-3000085CB1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46A94D76-DCE6-86B1-091E-644C523E5B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2690" y="2171424"/>
            <a:ext cx="5934075" cy="1577975"/>
          </a:xfrm>
          <a:prstGeom prst="rect">
            <a:avLst/>
          </a:prstGeom>
        </p:spPr>
        <p:txBody>
          <a:bodyPr/>
          <a:lstStyle>
            <a:lvl1pPr>
              <a:buNone/>
              <a:defRPr sz="5500" b="1">
                <a:solidFill>
                  <a:schemeClr val="bg1"/>
                </a:solidFill>
              </a:defRPr>
            </a:lvl1pPr>
            <a:lvl2pPr>
              <a:defRPr sz="6000" b="1">
                <a:solidFill>
                  <a:schemeClr val="bg1"/>
                </a:solidFill>
              </a:defRPr>
            </a:lvl2pPr>
            <a:lvl3pPr>
              <a:defRPr sz="6000" b="1">
                <a:solidFill>
                  <a:schemeClr val="bg1"/>
                </a:solidFill>
              </a:defRPr>
            </a:lvl3pPr>
            <a:lvl4pPr>
              <a:defRPr sz="6000" b="1">
                <a:solidFill>
                  <a:schemeClr val="bg1"/>
                </a:solidFill>
              </a:defRPr>
            </a:lvl4pPr>
            <a:lvl5pPr>
              <a:defRPr sz="6000" b="1">
                <a:solidFill>
                  <a:schemeClr val="bg1"/>
                </a:solidFill>
              </a:defRPr>
            </a:lvl5pPr>
          </a:lstStyle>
          <a:p>
            <a:pPr lvl="0"/>
            <a:endParaRPr lang="en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C52E7AB3-B21F-DD60-6588-CB51F3D45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2690" y="3987481"/>
            <a:ext cx="5456237" cy="612775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rgbClr val="F0A314"/>
                </a:solidFill>
              </a:defRPr>
            </a:lvl1pPr>
            <a:lvl2pPr>
              <a:buNone/>
              <a:defRPr sz="2400">
                <a:solidFill>
                  <a:srgbClr val="F0A314"/>
                </a:solidFill>
              </a:defRPr>
            </a:lvl2pPr>
            <a:lvl3pPr>
              <a:buNone/>
              <a:defRPr sz="2400">
                <a:solidFill>
                  <a:srgbClr val="F0A314"/>
                </a:solidFill>
              </a:defRPr>
            </a:lvl3pPr>
            <a:lvl4pPr>
              <a:buNone/>
              <a:defRPr sz="2400">
                <a:solidFill>
                  <a:srgbClr val="F0A314"/>
                </a:solidFill>
              </a:defRPr>
            </a:lvl4pPr>
            <a:lvl5pPr>
              <a:buNone/>
              <a:defRPr sz="2400">
                <a:solidFill>
                  <a:srgbClr val="F0A314"/>
                </a:solidFill>
              </a:defRPr>
            </a:lvl5pPr>
          </a:lstStyle>
          <a:p>
            <a:pPr lvl="0"/>
            <a:endParaRPr lang="en-NL" dirty="0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5D64B166-59DE-6FBB-282A-B0C0D52A43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81360" y="5345611"/>
            <a:ext cx="4666100" cy="428159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bg1"/>
                </a:solidFill>
              </a:defRPr>
            </a:lvl1pPr>
            <a:lvl2pPr>
              <a:buNone/>
              <a:defRPr sz="2400">
                <a:solidFill>
                  <a:srgbClr val="F0A314"/>
                </a:solidFill>
              </a:defRPr>
            </a:lvl2pPr>
            <a:lvl3pPr>
              <a:buNone/>
              <a:defRPr sz="2400">
                <a:solidFill>
                  <a:srgbClr val="F0A314"/>
                </a:solidFill>
              </a:defRPr>
            </a:lvl3pPr>
            <a:lvl4pPr>
              <a:buNone/>
              <a:defRPr sz="2400">
                <a:solidFill>
                  <a:srgbClr val="F0A314"/>
                </a:solidFill>
              </a:defRPr>
            </a:lvl4pPr>
            <a:lvl5pPr>
              <a:buNone/>
              <a:defRPr sz="2400">
                <a:solidFill>
                  <a:srgbClr val="F0A314"/>
                </a:solidFill>
              </a:defRPr>
            </a:lvl5pPr>
          </a:lstStyle>
          <a:p>
            <a:pPr lvl="0"/>
            <a:endParaRPr lang="en-NL" dirty="0"/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C95E17CB-9CB3-639E-EFCC-3527637356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690" y="5188986"/>
            <a:ext cx="738187" cy="731837"/>
          </a:xfrm>
          <a:prstGeom prst="ellipse">
            <a:avLst/>
          </a:prstGeom>
          <a:ln w="28575">
            <a:solidFill>
              <a:srgbClr val="F0A314"/>
            </a:solidFill>
          </a:ln>
        </p:spPr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0627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ilt to Last tekst +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6396AC33-5837-5D3E-E75A-21B8BEE216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16732" y="1682217"/>
            <a:ext cx="5130223" cy="41867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NL" dirty="0"/>
          </a:p>
        </p:txBody>
      </p:sp>
      <p:sp>
        <p:nvSpPr>
          <p:cNvPr id="11" name="Gelijkbenige driehoek 10">
            <a:extLst>
              <a:ext uri="{FF2B5EF4-FFF2-40B4-BE49-F238E27FC236}">
                <a16:creationId xmlns:a16="http://schemas.microsoft.com/office/drawing/2014/main" id="{E6DFFACA-1691-E5CE-2CCE-DD31A7C4EC7A}"/>
              </a:ext>
            </a:extLst>
          </p:cNvPr>
          <p:cNvSpPr/>
          <p:nvPr userDrawn="1"/>
        </p:nvSpPr>
        <p:spPr>
          <a:xfrm rot="8100000">
            <a:off x="942160" y="1111934"/>
            <a:ext cx="498905" cy="254396"/>
          </a:xfrm>
          <a:prstGeom prst="triangle">
            <a:avLst/>
          </a:prstGeom>
          <a:solidFill>
            <a:srgbClr val="F0A4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baseline="-25000" dirty="0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0AAEA339-B24B-E8CC-F919-1FB9C5CD8D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625" y="6177822"/>
            <a:ext cx="12239501" cy="700712"/>
          </a:xfrm>
          <a:prstGeom prst="rect">
            <a:avLst/>
          </a:prstGeom>
        </p:spPr>
      </p:pic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C6A1867F-137A-2ABF-987F-E22E7777E2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57945" y="890307"/>
            <a:ext cx="9890125" cy="601619"/>
          </a:xfrm>
          <a:prstGeom prst="rect">
            <a:avLst/>
          </a:prstGeom>
        </p:spPr>
        <p:txBody>
          <a:bodyPr/>
          <a:lstStyle>
            <a:lvl1pPr algn="l">
              <a:buNone/>
              <a:defRPr sz="4000" b="1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NL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98389CE7-293E-599A-A2CA-36F9764AF6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5280" y="1682023"/>
            <a:ext cx="4804008" cy="4186966"/>
          </a:xfrm>
          <a:prstGeom prst="rect">
            <a:avLst/>
          </a:prstGeom>
        </p:spPr>
        <p:txBody>
          <a:bodyPr/>
          <a:lstStyle>
            <a:lvl1pPr>
              <a:buNone/>
              <a:defRPr sz="18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8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None/>
              <a:defRPr sz="18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None/>
              <a:defRPr sz="18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None/>
              <a:defRPr sz="18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6294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ilt to Last object over hele breed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elijkbenige driehoek 10">
            <a:extLst>
              <a:ext uri="{FF2B5EF4-FFF2-40B4-BE49-F238E27FC236}">
                <a16:creationId xmlns:a16="http://schemas.microsoft.com/office/drawing/2014/main" id="{E6DFFACA-1691-E5CE-2CCE-DD31A7C4EC7A}"/>
              </a:ext>
            </a:extLst>
          </p:cNvPr>
          <p:cNvSpPr/>
          <p:nvPr userDrawn="1"/>
        </p:nvSpPr>
        <p:spPr>
          <a:xfrm rot="8100000">
            <a:off x="942160" y="1111934"/>
            <a:ext cx="498905" cy="254396"/>
          </a:xfrm>
          <a:prstGeom prst="triangle">
            <a:avLst/>
          </a:prstGeom>
          <a:solidFill>
            <a:srgbClr val="F0A4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baseline="-25000" dirty="0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0AAEA339-B24B-E8CC-F919-1FB9C5CD8D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625" y="6177822"/>
            <a:ext cx="12239501" cy="700712"/>
          </a:xfrm>
          <a:prstGeom prst="rect">
            <a:avLst/>
          </a:prstGeom>
        </p:spPr>
      </p:pic>
      <p:sp>
        <p:nvSpPr>
          <p:cNvPr id="2" name="Tijdelijke aanduiding voor inhoud 7">
            <a:extLst>
              <a:ext uri="{FF2B5EF4-FFF2-40B4-BE49-F238E27FC236}">
                <a16:creationId xmlns:a16="http://schemas.microsoft.com/office/drawing/2014/main" id="{10965FD6-EFEE-5D05-C29C-CB50EA43CF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5280" y="1682217"/>
            <a:ext cx="10421675" cy="41867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2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NL" dirty="0"/>
          </a:p>
        </p:txBody>
      </p:sp>
      <p:sp>
        <p:nvSpPr>
          <p:cNvPr id="6" name="Tijdelijke aanduiding voor tekst 16">
            <a:extLst>
              <a:ext uri="{FF2B5EF4-FFF2-40B4-BE49-F238E27FC236}">
                <a16:creationId xmlns:a16="http://schemas.microsoft.com/office/drawing/2014/main" id="{DAE2CC36-BD95-601F-636E-AAEC978592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57945" y="890307"/>
            <a:ext cx="9890125" cy="601619"/>
          </a:xfrm>
          <a:prstGeom prst="rect">
            <a:avLst/>
          </a:prstGeom>
        </p:spPr>
        <p:txBody>
          <a:bodyPr/>
          <a:lstStyle>
            <a:lvl1pPr algn="l">
              <a:buNone/>
              <a:defRPr sz="4000" b="1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94979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ilt to Last afbeelding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FC955059-1811-BA30-1DB7-2CCC29115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177822"/>
          </a:xfrm>
          <a:prstGeom prst="rect">
            <a:avLst/>
          </a:prstGeom>
        </p:spPr>
        <p:txBody>
          <a:bodyPr/>
          <a:lstStyle/>
          <a:p>
            <a:endParaRPr lang="en-NL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0AAEA339-B24B-E8CC-F919-1FB9C5CD8D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625" y="6177822"/>
            <a:ext cx="12239501" cy="70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07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ilt to last 4 blokjes met ic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elijkbenige driehoek 10">
            <a:extLst>
              <a:ext uri="{FF2B5EF4-FFF2-40B4-BE49-F238E27FC236}">
                <a16:creationId xmlns:a16="http://schemas.microsoft.com/office/drawing/2014/main" id="{E6DFFACA-1691-E5CE-2CCE-DD31A7C4EC7A}"/>
              </a:ext>
            </a:extLst>
          </p:cNvPr>
          <p:cNvSpPr/>
          <p:nvPr userDrawn="1"/>
        </p:nvSpPr>
        <p:spPr>
          <a:xfrm rot="8100000">
            <a:off x="942160" y="1111934"/>
            <a:ext cx="498905" cy="254396"/>
          </a:xfrm>
          <a:prstGeom prst="triangle">
            <a:avLst/>
          </a:prstGeom>
          <a:solidFill>
            <a:srgbClr val="F0A4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baseline="-25000" dirty="0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0AAEA339-B24B-E8CC-F919-1FB9C5CD8D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625" y="6177822"/>
            <a:ext cx="12239501" cy="700712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49F42D62-A7C9-FF56-DD6F-040B5CAC8E5A}"/>
              </a:ext>
            </a:extLst>
          </p:cNvPr>
          <p:cNvSpPr/>
          <p:nvPr userDrawn="1"/>
        </p:nvSpPr>
        <p:spPr>
          <a:xfrm>
            <a:off x="930213" y="2149433"/>
            <a:ext cx="2396238" cy="2802577"/>
          </a:xfrm>
          <a:prstGeom prst="rect">
            <a:avLst/>
          </a:prstGeom>
          <a:gradFill flip="none" rotWithShape="1">
            <a:gsLst>
              <a:gs pos="0">
                <a:srgbClr val="003760"/>
              </a:gs>
              <a:gs pos="50000">
                <a:srgbClr val="005C75"/>
              </a:gs>
              <a:gs pos="100000">
                <a:srgbClr val="1C868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981E5A09-160B-E7E8-3DAD-28CF537DFF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57896" y="2333315"/>
            <a:ext cx="940871" cy="884649"/>
          </a:xfrm>
          <a:prstGeom prst="rect">
            <a:avLst/>
          </a:prstGeom>
          <a:noFill/>
        </p:spPr>
        <p:txBody>
          <a:bodyPr/>
          <a:lstStyle/>
          <a:p>
            <a:endParaRPr lang="en-NL"/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3435EE32-D7E1-A83D-3AB5-8190A9E0B6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3787" y="3401846"/>
            <a:ext cx="2090098" cy="1389848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NL" dirty="0"/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CD9F0EF5-8437-3EA9-2F17-6F29DAFCD6F2}"/>
              </a:ext>
            </a:extLst>
          </p:cNvPr>
          <p:cNvSpPr/>
          <p:nvPr userDrawn="1"/>
        </p:nvSpPr>
        <p:spPr>
          <a:xfrm>
            <a:off x="3596016" y="2149433"/>
            <a:ext cx="2396238" cy="2802577"/>
          </a:xfrm>
          <a:prstGeom prst="rect">
            <a:avLst/>
          </a:prstGeom>
          <a:gradFill flip="none" rotWithShape="1">
            <a:gsLst>
              <a:gs pos="0">
                <a:srgbClr val="003760"/>
              </a:gs>
              <a:gs pos="50000">
                <a:srgbClr val="005C75"/>
              </a:gs>
              <a:gs pos="100000">
                <a:srgbClr val="1C868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Tijdelijke aanduiding voor afbeelding 12">
            <a:extLst>
              <a:ext uri="{FF2B5EF4-FFF2-40B4-BE49-F238E27FC236}">
                <a16:creationId xmlns:a16="http://schemas.microsoft.com/office/drawing/2014/main" id="{74CB2A1C-4918-2227-3404-C96CC7E914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23699" y="2333315"/>
            <a:ext cx="940871" cy="884649"/>
          </a:xfrm>
          <a:prstGeom prst="rect">
            <a:avLst/>
          </a:prstGeom>
          <a:noFill/>
        </p:spPr>
        <p:txBody>
          <a:bodyPr/>
          <a:lstStyle/>
          <a:p>
            <a:endParaRPr lang="en-NL"/>
          </a:p>
        </p:txBody>
      </p:sp>
      <p:sp>
        <p:nvSpPr>
          <p:cNvPr id="29" name="Tijdelijke aanduiding voor tekst 15">
            <a:extLst>
              <a:ext uri="{FF2B5EF4-FFF2-40B4-BE49-F238E27FC236}">
                <a16:creationId xmlns:a16="http://schemas.microsoft.com/office/drawing/2014/main" id="{2A7F7ADD-4FF9-6082-965A-7630627DEB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9590" y="3401846"/>
            <a:ext cx="2090098" cy="1389848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NL" dirty="0"/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B068F5A9-F542-CBDA-7EB9-72579B4B3ED0}"/>
              </a:ext>
            </a:extLst>
          </p:cNvPr>
          <p:cNvSpPr/>
          <p:nvPr userDrawn="1"/>
        </p:nvSpPr>
        <p:spPr>
          <a:xfrm>
            <a:off x="6261819" y="2149433"/>
            <a:ext cx="2396238" cy="2802577"/>
          </a:xfrm>
          <a:prstGeom prst="rect">
            <a:avLst/>
          </a:prstGeom>
          <a:gradFill flip="none" rotWithShape="1">
            <a:gsLst>
              <a:gs pos="0">
                <a:srgbClr val="003760"/>
              </a:gs>
              <a:gs pos="50000">
                <a:srgbClr val="005C75"/>
              </a:gs>
              <a:gs pos="100000">
                <a:srgbClr val="1C868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Tijdelijke aanduiding voor afbeelding 12">
            <a:extLst>
              <a:ext uri="{FF2B5EF4-FFF2-40B4-BE49-F238E27FC236}">
                <a16:creationId xmlns:a16="http://schemas.microsoft.com/office/drawing/2014/main" id="{5E2931AA-A5CB-3026-73E7-80DBCBDAE5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89502" y="2333315"/>
            <a:ext cx="940871" cy="884649"/>
          </a:xfrm>
          <a:prstGeom prst="rect">
            <a:avLst/>
          </a:prstGeom>
          <a:noFill/>
        </p:spPr>
        <p:txBody>
          <a:bodyPr/>
          <a:lstStyle/>
          <a:p>
            <a:endParaRPr lang="en-NL"/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3727578C-4545-63E6-DB32-E80748A5DA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5393" y="3401846"/>
            <a:ext cx="2090098" cy="1389848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NL" dirty="0"/>
          </a:p>
        </p:txBody>
      </p:sp>
      <p:sp>
        <p:nvSpPr>
          <p:cNvPr id="33" name="Rechthoek 32">
            <a:extLst>
              <a:ext uri="{FF2B5EF4-FFF2-40B4-BE49-F238E27FC236}">
                <a16:creationId xmlns:a16="http://schemas.microsoft.com/office/drawing/2014/main" id="{5D84E225-B924-FAF0-69B8-91E7963C36AA}"/>
              </a:ext>
            </a:extLst>
          </p:cNvPr>
          <p:cNvSpPr/>
          <p:nvPr userDrawn="1"/>
        </p:nvSpPr>
        <p:spPr>
          <a:xfrm>
            <a:off x="8927622" y="2149433"/>
            <a:ext cx="2396238" cy="2802577"/>
          </a:xfrm>
          <a:prstGeom prst="rect">
            <a:avLst/>
          </a:prstGeom>
          <a:gradFill flip="none" rotWithShape="1">
            <a:gsLst>
              <a:gs pos="0">
                <a:srgbClr val="003760"/>
              </a:gs>
              <a:gs pos="50000">
                <a:srgbClr val="005C75"/>
              </a:gs>
              <a:gs pos="100000">
                <a:srgbClr val="1C8680"/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Tijdelijke aanduiding voor afbeelding 12">
            <a:extLst>
              <a:ext uri="{FF2B5EF4-FFF2-40B4-BE49-F238E27FC236}">
                <a16:creationId xmlns:a16="http://schemas.microsoft.com/office/drawing/2014/main" id="{D094BEC1-0CC1-6BF2-0900-846620CC23F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55305" y="2333315"/>
            <a:ext cx="940871" cy="884649"/>
          </a:xfrm>
          <a:prstGeom prst="rect">
            <a:avLst/>
          </a:prstGeom>
          <a:noFill/>
        </p:spPr>
        <p:txBody>
          <a:bodyPr/>
          <a:lstStyle/>
          <a:p>
            <a:endParaRPr lang="en-NL"/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843E6186-4B5B-057B-693E-C708117E07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81196" y="3401846"/>
            <a:ext cx="2090098" cy="1389848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NL" dirty="0"/>
          </a:p>
        </p:txBody>
      </p:sp>
      <p:sp>
        <p:nvSpPr>
          <p:cNvPr id="41" name="Tijdelijke aanduiding voor tekst 16">
            <a:extLst>
              <a:ext uri="{FF2B5EF4-FFF2-40B4-BE49-F238E27FC236}">
                <a16:creationId xmlns:a16="http://schemas.microsoft.com/office/drawing/2014/main" id="{664762FF-3478-B5A4-D98E-51A79E2C56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57945" y="890307"/>
            <a:ext cx="9890125" cy="601619"/>
          </a:xfrm>
          <a:prstGeom prst="rect">
            <a:avLst/>
          </a:prstGeom>
        </p:spPr>
        <p:txBody>
          <a:bodyPr/>
          <a:lstStyle>
            <a:lvl1pPr algn="l">
              <a:buNone/>
              <a:defRPr sz="4000" b="1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>
              <a:buNone/>
              <a:defRPr sz="4000">
                <a:solidFill>
                  <a:srgbClr val="066F6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3747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ilt to Last einde presenta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B89AC894-1895-A42B-947D-7F073597EE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82EA5E3D-462D-7CBF-25CE-78EE3510C403}"/>
              </a:ext>
            </a:extLst>
          </p:cNvPr>
          <p:cNvCxnSpPr>
            <a:cxnSpLocks/>
          </p:cNvCxnSpPr>
          <p:nvPr userDrawn="1"/>
        </p:nvCxnSpPr>
        <p:spPr>
          <a:xfrm flipV="1">
            <a:off x="3948152" y="1449000"/>
            <a:ext cx="3960000" cy="39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CC3C3268-B911-49C5-691E-14F5537BE0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661" y="3874183"/>
            <a:ext cx="2797137" cy="1058765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1A383BFC-BE80-1069-EF21-A11831D854A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924" y="1022678"/>
            <a:ext cx="3007266" cy="240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6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679A10C4-1043-052A-08B1-5374F0DB4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B99F2EA-8354-9404-C414-8408223F3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BEC7AFB-E486-22F5-85A8-0459646DC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81A3C-D91F-4AF5-938E-9C486D0B2063}" type="datetimeFigureOut">
              <a:rPr lang="en-NL" smtClean="0"/>
              <a:t>31/07/2026</a:t>
            </a:fld>
            <a:endParaRPr lang="en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A5E7E39-C9D8-B350-4790-ED5C6EF8B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5A3039-3C0D-574D-EE1E-9573A556A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81927-9377-4D1A-B590-75BF1E98E0AB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5462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1B7C4C85-7C0A-A66E-606D-FB8EE7D23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87E9FC5-45C3-BF7F-EA39-12CBD6C9C6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52A77A3-5D31-F889-BE21-59CD8C8361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A95C8945-A1D7-86CF-1B1F-A33A1361D3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2028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4CF0162-B426-79E8-E148-5A8E0B1D48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BD34AFE-5475-EED0-E620-FAA0FB5B7E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en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339DD79-467A-63B6-1486-84508C85A8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8561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B10AE92-6ADD-42D4-A632-9F9FE22B6A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0D94809-93B8-CC46-C0E8-EE36036F89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6363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9757A1FC-46EB-D60D-0654-D58B70E531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077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8756C90C-A18A-8B3D-5E06-D9085F2407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DDA23BE-BD06-4D77-2FAB-186B7CCAD4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E829C63E-6184-D447-8ECA-F2EF4DD213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8825978-8F23-CFF8-B279-D560CDE9C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C18B9E87-1978-6949-81C5-A720707C1F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5F93C97-32A8-43B7-2084-1FB4EBC715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938AE81B-C8AE-7F6F-2428-D3C898EC37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8BD83EDC-7B85-2C8A-F444-2F5DF50B8B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9D3DA7F-6828-D512-FB7F-D4E2EE40A4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5877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52697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</Words>
  <Application>Microsoft Office PowerPoint</Application>
  <PresentationFormat>Breedbeeld</PresentationFormat>
  <Paragraphs>6</Paragraphs>
  <Slides>6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Info Support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Renée Cox</dc:creator>
  <cp:lastModifiedBy>Renée Cox</cp:lastModifiedBy>
  <cp:revision>1</cp:revision>
  <dcterms:created xsi:type="dcterms:W3CDTF">2026-07-31T06:51:37Z</dcterms:created>
  <dcterms:modified xsi:type="dcterms:W3CDTF">2026-07-31T06:54:42Z</dcterms:modified>
</cp:coreProperties>
</file>